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FE1B49-64B0-2BBE-6E20-652430CED7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Фриланс биржа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45CF5E1-8DC1-24F1-C90C-5B3A228EAC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Петров Артём, Тарасов Данил</a:t>
            </a:r>
          </a:p>
        </p:txBody>
      </p:sp>
    </p:spTree>
    <p:extLst>
      <p:ext uri="{BB962C8B-B14F-4D97-AF65-F5344CB8AC3E}">
        <p14:creationId xmlns:p14="http://schemas.microsoft.com/office/powerpoint/2010/main" val="4281113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F21193-E4A5-212E-F2B9-3F2D0E3A1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DA379D-81DC-9AED-89C4-40C0D36EA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Заказчик создает карточку работы с описанием и бюджетом. Исполнители видят её в ленте и могут откликнуться. Автор работы выбирает исполнителя. После этого открывается чат, где стороны обсуждают детали.</a:t>
            </a:r>
          </a:p>
        </p:txBody>
      </p:sp>
    </p:spTree>
    <p:extLst>
      <p:ext uri="{BB962C8B-B14F-4D97-AF65-F5344CB8AC3E}">
        <p14:creationId xmlns:p14="http://schemas.microsoft.com/office/powerpoint/2010/main" val="3557165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2D62EA-1AA2-68C8-FAC1-63F06B2F9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4851E9-8135-1244-46EA-54939F593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ru-RU" b="1" dirty="0" err="1"/>
              <a:t>Backend</a:t>
            </a:r>
            <a:r>
              <a:rPr lang="ru-RU" b="1" dirty="0"/>
              <a:t>:</a:t>
            </a:r>
            <a:r>
              <a:rPr lang="ru-RU" dirty="0"/>
              <a:t> Python 3 / </a:t>
            </a:r>
            <a:r>
              <a:rPr lang="ru-RU" dirty="0" err="1"/>
              <a:t>Flask</a:t>
            </a:r>
            <a:r>
              <a:rPr lang="ru-RU" dirty="0"/>
              <a:t> (легковесный и быстрый фреймворк).</a:t>
            </a:r>
          </a:p>
          <a:p>
            <a:pPr fontAlgn="base"/>
            <a:r>
              <a:rPr lang="ru-RU" b="1" dirty="0"/>
              <a:t>База данных:</a:t>
            </a:r>
            <a:r>
              <a:rPr lang="ru-RU" dirty="0"/>
              <a:t> </a:t>
            </a:r>
            <a:r>
              <a:rPr lang="ru-RU" dirty="0" err="1"/>
              <a:t>SQLAlchemy</a:t>
            </a:r>
            <a:r>
              <a:rPr lang="ru-RU" dirty="0"/>
              <a:t> (надежное хранение данных).</a:t>
            </a:r>
          </a:p>
          <a:p>
            <a:pPr fontAlgn="base"/>
            <a:r>
              <a:rPr lang="ru-RU" b="1" dirty="0"/>
              <a:t>Аутентификация:</a:t>
            </a:r>
            <a:r>
              <a:rPr lang="ru-RU" dirty="0"/>
              <a:t> </a:t>
            </a:r>
            <a:r>
              <a:rPr lang="ru-RU" dirty="0" err="1"/>
              <a:t>Flask-Login</a:t>
            </a:r>
            <a:r>
              <a:rPr lang="ru-RU" dirty="0"/>
              <a:t> (защита паролей и сессий).</a:t>
            </a:r>
          </a:p>
          <a:p>
            <a:pPr fontAlgn="base"/>
            <a:r>
              <a:rPr lang="ru-RU" b="1" dirty="0"/>
              <a:t>Особенность:</a:t>
            </a:r>
            <a:r>
              <a:rPr lang="ru-RU" dirty="0"/>
              <a:t> Реализована система статусов (Ожидание / В работе / Выполнено).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3434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850F4A-3809-F424-11AA-2D9AA85AB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Перспективы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88C1D5-8EC3-CA7B-7BF2-DE45459A2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ru-RU" b="1" dirty="0"/>
              <a:t>Готово:</a:t>
            </a:r>
            <a:r>
              <a:rPr lang="ru-RU" dirty="0"/>
              <a:t> Реализован полный цикл взаимодействия (Регистрация -&gt; Работа -&gt; Чат).</a:t>
            </a:r>
          </a:p>
          <a:p>
            <a:pPr fontAlgn="base"/>
            <a:r>
              <a:rPr lang="ru-RU" b="1" dirty="0"/>
              <a:t>Следующие шаги</a:t>
            </a:r>
            <a:r>
              <a:rPr lang="en-US" b="1" dirty="0"/>
              <a:t>:</a:t>
            </a:r>
            <a:endParaRPr lang="ru-RU" dirty="0"/>
          </a:p>
          <a:p>
            <a:pPr lvl="1" fontAlgn="base"/>
            <a:r>
              <a:rPr lang="ru-RU" dirty="0"/>
              <a:t>Внедрение системы рейтингов.</a:t>
            </a:r>
          </a:p>
          <a:p>
            <a:pPr lvl="1" fontAlgn="base"/>
            <a:r>
              <a:rPr lang="ru-RU" dirty="0"/>
              <a:t>Добавление системы безопасных платежей.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9539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D57959-E731-85F6-48AF-65B7A9F9B349}"/>
              </a:ext>
            </a:extLst>
          </p:cNvPr>
          <p:cNvSpPr txBox="1"/>
          <p:nvPr/>
        </p:nvSpPr>
        <p:spPr>
          <a:xfrm>
            <a:off x="3429000" y="2721114"/>
            <a:ext cx="5123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667442313"/>
      </p:ext>
    </p:extLst>
  </p:cSld>
  <p:clrMapOvr>
    <a:masterClrMapping/>
  </p:clrMapOvr>
</p:sld>
</file>

<file path=ppt/theme/theme1.xml><?xml version="1.0" encoding="utf-8"?>
<a:theme xmlns:a="http://schemas.openxmlformats.org/drawingml/2006/main" name="Атлас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{3BE7EFA2-E577-44F2-AFF5-349A773A7BE1}TF84f8bd34-e664-4dff-80e6-54cad708313b1c1132ee-051130f683aa</Template>
  <TotalTime>6</TotalTime>
  <Words>115</Words>
  <Application>Microsoft Office PowerPoint</Application>
  <PresentationFormat>Широкоэкранный</PresentationFormat>
  <Paragraphs>15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Calibri Light</vt:lpstr>
      <vt:lpstr>Rockwell</vt:lpstr>
      <vt:lpstr>Wingdings</vt:lpstr>
      <vt:lpstr>Атлас</vt:lpstr>
      <vt:lpstr>Фриланс биржа</vt:lpstr>
      <vt:lpstr>Принцип работы</vt:lpstr>
      <vt:lpstr>Технологии</vt:lpstr>
      <vt:lpstr>Перспективы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danilcka.t@yandex.ru</dc:creator>
  <cp:lastModifiedBy>danilcka.t@yandex.ru</cp:lastModifiedBy>
  <cp:revision>1</cp:revision>
  <dcterms:created xsi:type="dcterms:W3CDTF">2026-05-11T18:15:39Z</dcterms:created>
  <dcterms:modified xsi:type="dcterms:W3CDTF">2026-05-11T18:22:00Z</dcterms:modified>
</cp:coreProperties>
</file>